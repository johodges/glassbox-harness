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0F4C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rgbClr val="FFFFFF"/>
                </a:solidFill>
              </a:defRPr>
            </a:lvl2pPr>
            <a:lvl3pPr marL="914400" indent="0" algn="ctr">
              <a:buNone/>
              <a:defRPr>
                <a:solidFill>
                  <a:srgbClr val="FFFFFF"/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rgbClr val="FFFFFF"/>
                </a:solidFill>
              </a:defRPr>
            </a:lvl2pPr>
            <a:lvl3pPr marL="914400" indent="0">
              <a:buNone/>
              <a:defRPr sz="1600">
                <a:solidFill>
                  <a:srgbClr val="FFFFFF"/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5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7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7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7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9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Light">
    <p:bg>
      <p:bgPr>
        <a:solidFill>
          <a:srgbClr val="DCE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>
                <a:solidFill>
                  <a:srgbClr val="1B2A4A"/>
                </a:solidFill>
              </a:defRPr>
            </a:lvl1pPr>
            <a:lvl2pPr>
              <a:defRPr>
                <a:solidFill>
                  <a:srgbClr val="1B2A4A"/>
                </a:solidFill>
              </a:defRPr>
            </a:lvl2pPr>
            <a:lvl3pPr>
              <a:defRPr>
                <a:solidFill>
                  <a:srgbClr val="1B2A4A"/>
                </a:solidFill>
              </a:defRPr>
            </a:lvl3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rgbClr val="1B2A4A"/>
                </a:solidFill>
              </a:defRPr>
            </a:lvl1pPr>
            <a:lvl2pPr marL="457200" indent="0">
              <a:buNone/>
              <a:defRPr sz="1800">
                <a:solidFill>
                  <a:srgbClr val="1B2A4A"/>
                </a:solidFill>
              </a:defRPr>
            </a:lvl2pPr>
            <a:lvl3pPr marL="914400" indent="0">
              <a:buNone/>
              <a:defRPr sz="1600">
                <a:solidFill>
                  <a:srgbClr val="1B2A4A"/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1B2A4A"/>
                </a:solidFill>
              </a:defRPr>
            </a:lvl1pPr>
            <a:lvl2pPr>
              <a:defRPr>
                <a:solidFill>
                  <a:srgbClr val="1B2A4A"/>
                </a:solidFill>
              </a:defRPr>
            </a:lvl2pPr>
            <a:lvl3pPr>
              <a:defRPr>
                <a:solidFill>
                  <a:srgbClr val="1B2A4A"/>
                </a:solidFill>
              </a:defRPr>
            </a:lvl3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1B2A4A"/>
                </a:solidFill>
              </a:defRPr>
            </a:lvl1pPr>
            <a:lvl2pPr>
              <a:defRPr>
                <a:solidFill>
                  <a:srgbClr val="1B2A4A"/>
                </a:solidFill>
              </a:defRPr>
            </a:lvl2pPr>
            <a:lvl3pPr>
              <a:defRPr>
                <a:solidFill>
                  <a:srgbClr val="1B2A4A"/>
                </a:solidFill>
              </a:defRPr>
            </a:lvl3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1B2A4A"/>
                </a:solidFill>
              </a:defRPr>
            </a:lvl1pPr>
            <a:lvl2pPr>
              <a:defRPr>
                <a:solidFill>
                  <a:srgbClr val="1B2A4A"/>
                </a:solidFill>
              </a:defRPr>
            </a:lvl2pPr>
            <a:lvl3pPr>
              <a:defRPr>
                <a:solidFill>
                  <a:srgbClr val="1B2A4A"/>
                </a:solidFill>
              </a:defRPr>
            </a:lvl3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rgbClr val="0F4C5C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