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Twenty minutes: what the harness does, one tool up close, and what the evaluation showed.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point: most of the work is plain Python, not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fox came from the image tool: watercolor fox in a snowy forest.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change was measured with evaluate.py, not judged by eye.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LLM and the generators take almost all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Teaching agent harness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How a small LLM and plain Python share the work</a:t>
            </a:r>
          </a:p>
          <a:p>
            <a:r>
              <a:t>Lab meeting,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harness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400"/>
              <a:t>Llama 3.2 3B plans each request and calls tools</a:t>
            </a:r>
          </a:p>
          <a:p>
            <a:pPr lvl="1"/>
            <a:r>
              <a:rPr sz="2000"/>
              <a:t>It only reads and writes text</a:t>
            </a:r>
          </a:p>
          <a:p>
            <a:pPr lvl="1"/>
            <a:r>
              <a:rPr sz="2000"/>
              <a:t>Tools make the images, sounds, videos and documents</a:t>
            </a:r>
          </a:p>
          <a:p>
            <a:pPr/>
            <a:r>
              <a:rPr sz="2400"/>
              <a:t>Classifiers screen the request and pick the tools</a:t>
            </a:r>
          </a:p>
          <a:p>
            <a:pPr/>
            <a:r>
              <a:rPr sz="2400"/>
              <a:t>Perception models turn every file back into text</a:t>
            </a:r>
          </a:p>
          <a:p>
            <a:pPr lvl="1"/>
            <a:r>
              <a:rPr sz="2000"/>
              <a:t>Captions for images, transcripts for speech, labels for music</a:t>
            </a:r>
          </a:p>
          <a:p>
            <a:pPr/>
            <a:r>
              <a:rPr sz="2400"/>
              <a:t>Every stage is timed and color-coded in the trace</a:t>
            </a:r>
          </a:p>
          <a:p>
            <a:pPr/>
            <a:r>
              <a:rPr sz="2400"/>
              <a:t>Each run writes report.html and trace.json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One tool up close: how the harness makes pictures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/>
            <a:r>
              <a:rPr sz="2400"/>
              <a:t>SDXL-Turbo paints the picture in one step</a:t>
            </a:r>
          </a:p>
          <a:p>
            <a:pPr/>
            <a:r>
              <a:rPr sz="2400"/>
              <a:t>BLIP writes a caption for the LLM</a:t>
            </a:r>
          </a:p>
          <a:p>
            <a:pPr/>
            <a:r>
              <a:rPr sz="2400"/>
              <a:t>A safety classifier checks it first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2148840"/>
            <a:ext cx="4038600" cy="30289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What the evaluation suite measured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7373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280160"/>
                <a:gridCol w="3657600"/>
              </a:tblGrid>
              <a:tr h="548640">
                <a:tc>
                  <a:txBody>
                    <a:bodyPr/>
                    <a:lstStyle/>
                    <a:p>
                      <a:r>
                        <a:t>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What it fixed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First system prompt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nothing yet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One tool call per thing asked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speech read out four times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Router scores each clause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6/6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the robot's missing music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Document tools added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11/11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slides, Word, LaTeX and code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the time goes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