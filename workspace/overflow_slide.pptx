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harness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3291840"/>
          </a:xfrm>
        </p:spPr>
        <p:txBody>
          <a:bodyPr/>
          <a:lstStyle/>
          <a:p>
            <a:r>
              <a:rPr sz="2800"/>
              <a:t>Runs a small LLM (Llama 3.2 3B) that plans each request</a:t>
            </a:r>
          </a:p>
          <a:p>
            <a:r>
              <a:rPr sz="2800"/>
              <a:t>Routes requests with a zero-shot classifier and file-type rules</a:t>
            </a:r>
          </a:p>
          <a:p>
            <a:r>
              <a:rPr sz="2800"/>
              <a:t>Generates images, speech, music, video and 3D models</a:t>
            </a:r>
          </a:p>
          <a:p>
            <a:r>
              <a:rPr sz="2800"/>
              <a:t>Edits PowerPoint, Word and LaTeX files in a safe copy</a:t>
            </a:r>
          </a:p>
          <a:p>
            <a:r>
              <a:rPr sz="2800"/>
              <a:t>Searches reference notes with an embedding model</a:t>
            </a:r>
          </a:p>
          <a:p>
            <a:r>
              <a:rPr sz="2800"/>
              <a:t>Runs and fixes Python scripts with a time limit</a:t>
            </a:r>
          </a:p>
          <a:p>
            <a:r>
              <a:rPr sz="2800"/>
              <a:t>Describes every file it makes with perception models</a:t>
            </a:r>
          </a:p>
          <a:p>
            <a:r>
              <a:rPr sz="2800"/>
              <a:t>Writes an HTML report and trace.json for every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