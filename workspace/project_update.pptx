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Teaching agent harness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update,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harness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Runs a small LLM (Llama 3.2 3B) with media and document tools</a:t>
            </a:r>
          </a:p>
          <a:p>
            <a:r>
              <a:t>Prints every stage of the data flow, color-coded</a:t>
            </a:r>
          </a:p>
          <a:p>
            <a:r>
              <a:t>Writes an HTML report and trace.json for every 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long videos are made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be written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storyboard beats visual</a:t>
            </a:r>
          </a:p>
          <a:p>
            <a:r>
              <a:t>Add more requests to evaluate.py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