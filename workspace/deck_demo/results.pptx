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Time to flashover (s)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B1</c:v>
                </c:pt>
                <c:pt idx="1">
                  <c:v>B2</c:v>
                </c:pt>
                <c:pt idx="2">
                  <c:v>B3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</c:v>
                </c:pt>
                <c:pt idx="1">
                  <c:v>388</c:v>
                </c:pt>
                <c:pt idx="2">
                  <c:v>245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Peak values are one-second averages, as in series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B3 reached flashover first: the sofa burns faster than the cribs.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series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 with a 0.4 m door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heat release rates, series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Test B1, wood crib: </a:t>
            </a:r>
            <a:r>
              <a:rPr sz="2400" b="1"/>
              <a:t>1.1 MW</a:t>
            </a:r>
          </a:p>
          <a:p>
            <a:pPr/>
            <a:r>
              <a:rPr sz="2400"/>
              <a:t>Test B2, wood crib: 1.3 MW</a:t>
            </a:r>
          </a:p>
          <a:p>
            <a:pPr/>
            <a:r>
              <a:rPr sz="2400"/>
              <a:t>Test B3, sofa mock-up: 1.9 MW</a:t>
            </a:r>
          </a:p>
          <a:p>
            <a:pPr/>
            <a:r>
              <a:rPr sz="2400"/>
              <a:t>The narrow door slowed the growth to flashover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to flashover, series B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00000" y="1620000"/>
          <a:ext cx="7343999" cy="4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Glass-box harness demo</dc:creator>
  <cp:keywords/>
  <dc:description>generated using python-pptx</dc:description>
  <cp:lastModifiedBy>Glass-box harness demo</cp:lastModifiedBy>
  <cp:revision>1</cp:revision>
  <dcterms:created xsi:type="dcterms:W3CDTF">2013-01-27T09:14:16Z</dcterms:created>
  <dcterms:modified xsi:type="dcterms:W3CDTF">2013-01-27T09:15:58Z</dcterms:modified>
  <cp:category/>
</cp:coreProperties>
</file>