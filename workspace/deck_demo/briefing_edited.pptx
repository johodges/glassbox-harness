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58" r:id="rId10"/>
    <p:sldId id="261" r:id="rId13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Fifteen minutes on the test series: the set-up, what we saw, and what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compartment follows the ISO 9705 room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has the full table of peak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tests were repeated after a leak in the 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ultrafast curve is closest to the sofa mock-up.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smoke layer height from the video, not from the thermocouples.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rgbClr val="FFFFFF"/>
                </a:solidFill>
              </a:defRPr>
            </a:lvl2pPr>
            <a:lvl3pPr marL="914400" indent="0" algn="ctr">
              <a:buNone/>
              <a:defRPr>
                <a:solidFill>
                  <a:srgbClr val="FFFFFF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rgbClr val="FFFFFF"/>
                </a:solidFill>
              </a:defRPr>
            </a:lvl2pPr>
            <a:lvl3pPr marL="914400" indent="0">
              <a:buNone/>
              <a:defRPr sz="1600">
                <a:solidFill>
                  <a:srgbClr val="FFFFFF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Light">
    <p:bg>
      <p:bgPr>
        <a:solidFill>
          <a:srgbClr val="DC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1B2A4A"/>
                </a:solidFill>
              </a:defRPr>
            </a:lvl1pPr>
            <a:lvl2pPr marL="457200" indent="0">
              <a:buNone/>
              <a:defRPr sz="1800">
                <a:solidFill>
                  <a:srgbClr val="1B2A4A"/>
                </a:solidFill>
              </a:defRPr>
            </a:lvl2pPr>
            <a:lvl3pPr marL="914400" indent="0">
              <a:buNone/>
              <a:defRPr sz="1600">
                <a:solidFill>
                  <a:srgbClr val="1B2A4A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F4C5C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Footer rule"/>
          <p:cNvCxnSpPr/>
          <p:nvPr userDrawn="1"/>
        </p:nvCxnSpPr>
        <p:spPr>
          <a:xfrm>
            <a:off x="608400" y="6210000"/>
            <a:ext cx="10972800" cy="0"/>
          </a:xfrm>
          <a:prstGeom prst="line">
            <a:avLst/>
          </a:prstGeom>
          <a:ln w="12700">
            <a:solidFill>
              <a:srgbClr val="0F4C5C"/>
            </a:solidFill>
          </a:ln>
        </p:spPr>
      </p:cxnSp>
      <p:pic>
        <p:nvPicPr>
          <p:cNvPr id="8" name="Workshop logo" descr="Fire lab logo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84000" y="6300000"/>
            <a:ext cx="100799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Compartment fire tests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Briefing for the fire safety workshop</a:t>
            </a:r>
          </a:p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Six tests in a 3.6 m x 2.4 m x 2.4 m compartment</a:t>
            </a:r>
          </a:p>
          <a:p>
            <a:pPr/>
            <a:r>
              <a:rPr sz="2400"/>
              <a:t>Fuel: wood cribs (tests 1-4) and a sofa mock-up (tests 5-6)</a:t>
            </a:r>
          </a:p>
          <a:p>
            <a:pPr/>
            <a:r>
              <a:rPr sz="2400"/>
              <a:t>One door, 0.8 m wide and 2.0 m high, as the </a:t>
            </a:r>
            <a:r>
              <a:rPr sz="2400" b="1"/>
              <a:t>only</a:t>
            </a:r>
            <a:r>
              <a:rPr sz="2400"/>
              <a:t> vent</a:t>
            </a:r>
          </a:p>
          <a:p>
            <a:pPr/>
            <a:r>
              <a:rPr sz="2400"/>
              <a:t>Measured: heat release rate, gas temperatures and heat flux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Oxygen consumption calorimetry in the exhaust hood</a:t>
            </a:r>
          </a:p>
          <a:p>
            <a:pPr/>
            <a:r>
              <a:rPr sz="2400"/>
              <a:t>Three thermocouple trees, ten heights each</a:t>
            </a:r>
          </a:p>
          <a:p>
            <a:pPr/>
            <a:r>
              <a:rPr sz="2400"/>
              <a:t>Heat flux gauges on the floor, 1 m and 2 m from the door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1600200"/>
            <a:ext cx="7920000" cy="4525963"/>
          </a:xfrm>
        </p:spPr>
        <p:txBody>
          <a:bodyPr/>
          <a:lstStyle/>
          <a:p>
            <a:pPr/>
            <a:r>
              <a:rPr sz="2400"/>
              <a:t>We have completed </a:t>
            </a:r>
            <a:r>
              <a:rPr sz="2400" b="1"/>
              <a:t>12 tests</a:t>
            </a:r>
            <a:r>
              <a:rPr sz="2400"/>
              <a:t> of the 16 planned</a:t>
            </a:r>
          </a:p>
          <a:p>
            <a:pPr/>
            <a:r>
              <a:rPr sz="2400"/>
              <a:t>Flashover in every wood crib test, after 4 to 7 minutes</a:t>
            </a:r>
          </a:p>
          <a:p>
            <a:pPr/>
            <a:r>
              <a:rPr sz="2400"/>
              <a:t>Peak heat release rate up to 2.4 MW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The hot layer reached the floor of the doorway about 40 seconds before flashover in every crib test</a:t>
            </a:r>
          </a:p>
          <a:p>
            <a:pPr/>
            <a:r>
              <a:rPr sz="2400"/>
              <a:t>Flames came out of the door 10 to 20 seconds after the gas temperature under the ceiling passed 600 °C</a:t>
            </a:r>
          </a:p>
          <a:p>
            <a:pPr/>
            <a:r>
              <a:rPr sz="2400"/>
              <a:t>The sofa mock-up grew faster than any crib, close to the ultrafast t-squared curve for its first two minutes</a:t>
            </a:r>
          </a:p>
          <a:p>
            <a:pPr/>
            <a:r>
              <a:rPr sz="2400"/>
              <a:t>Heat flux at the floor 1 m from the door was about twice the flux at 2 m throughout the growth phase</a:t>
            </a:r>
          </a:p>
          <a:p>
            <a:pPr/>
            <a:r>
              <a:rPr sz="2400"/>
              <a:t>Smoke filled the room to the door soffit within a minute in the sofa tests, long before the cribs did</a:t>
            </a:r>
          </a:p>
          <a:p>
            <a:pPr/>
            <a:r>
              <a:rPr sz="2400"/>
              <a:t>Repeat tests agreed within 10 % on peak heat release rate and within 30 seconds on the time to flashover</a:t>
            </a:r>
          </a:p>
          <a:p>
            <a:pPr/>
            <a:r>
              <a:rPr sz="2400"/>
              <a:t>The exhaust hood captured all of the smoke at every stage, so the calorimetry needs no correction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fire curves</a:t>
            </a:r>
          </a:p>
        </p:txBody>
      </p:sp>
      <p:pic>
        <p:nvPicPr>
          <p:cNvPr id="3" name="Picture 2" descr="hrr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599" y="1655999"/>
            <a:ext cx="7718400" cy="482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Four more tests with a 0.4 m door</a:t>
            </a:r>
          </a:p>
          <a:p>
            <a:pPr/>
            <a:r>
              <a:rPr sz="2400"/>
              <a:t>Compare the results with FDS models of the room</a:t>
            </a:r>
          </a:p>
          <a:p>
            <a:pPr/>
            <a:r>
              <a:rPr sz="2400"/>
              <a:t>Report to the workshop in December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Glass-box harness demo</dc:creator>
  <cp:keywords/>
  <dc:description>generated using python-pptx</dc:description>
  <cp:lastModifiedBy>Glass-box harness demo</cp:lastModifiedBy>
  <cp:revision>1</cp:revision>
  <dcterms:created xsi:type="dcterms:W3CDTF">2013-01-27T09:14:16Z</dcterms:created>
  <dcterms:modified xsi:type="dcterms:W3CDTF">2013-01-27T09:15:58Z</dcterms:modified>
  <cp:category/>
</cp:coreProperties>
</file>